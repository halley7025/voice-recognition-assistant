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731520"/>
            <a:ext cx="3200400" cy="3200400"/>
          </a:xfrm>
          <a:prstGeom prst="ellipse">
            <a:avLst/>
          </a:prstGeom>
          <a:solidFill>
            <a:srgbClr val="1A73E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1371600"/>
            <a:ext cx="2011680" cy="2011680"/>
          </a:xfrm>
          <a:prstGeom prst="ellipse">
            <a:avLst/>
          </a:prstGeom>
          <a:solidFill>
            <a:srgbClr val="7C4D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语音识别助手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Recognition Assistant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18288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Faster-Whisper + ECAPA-TDNN 的智能语音控制系统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系统综合实践项目汇报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用户通过自然语言语音指令控制电脑，集成声纹身份验证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构建本地化智能语音控制助手：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 → ASR 识别 → 指令解析 → 系统执行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支持应用启停、音量调节、截图、搜索等系统操作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集成声纹识别实现用户身份验证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多指令拆分：一条语音包含多条指令逐条执行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PyQt5 赛博朋克风格无边框界面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引擎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Faster-Whisper (CTranslate2)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EDE7F6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声纹识别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ECAPA-TDNN (SpeechBrain)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74320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音频处理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Silero VAD + NumPy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指令解析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+ 拼音纠错 + NLU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365760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E3F2FD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界面框架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PyQt5 + QSS 毛玻璃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411480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语音合成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pyttsx3 TTS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 · 逻辑路线图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端到端语音控制流水线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141732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麦克风采集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PyAudio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16kHz PCM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11430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143000"/>
            <a:ext cx="1417320" cy="457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280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音频预处理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21992" y="1645920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Silero VAD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峰值归一化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噪声门控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11430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143000"/>
            <a:ext cx="141732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280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13632" y="1645920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Faster-Whisper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beam=3 热词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578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2120" y="11430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143000"/>
            <a:ext cx="141732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280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指令解析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05272" y="1645920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6层降级策略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Trie+拼音+NLU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4944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23760" y="11430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143000"/>
            <a:ext cx="141732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280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系统执行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96912" y="1645920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250+ 白名单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应用/音量/截图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246120"/>
            <a:ext cx="54864" cy="9144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声纹验证层（可选）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ECAPA-TDNN 提取 192 维嵌入 → 注册时 3 段录音取平均存储 → 验证时余弦相似度 ≥ 0.5 通过 → 指令执行前身份确认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389120"/>
            <a:ext cx="54864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多指令拆分引擎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663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“打开微信,打开记事本,截图” → 按逗号/分号/句号拆分 → 逐条 parse + execute → 结果用 | 拼接返回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语音识别引擎 · 实现逻辑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Faster-Whisper 双引擎架构 + 热词引导 + 幻觉过滤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引擎加载流程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检测 CUDA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 GPU 加速，失败则回退 CPU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28600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尝试 Faster-Whisper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CTranslate2 int8 量化，加载 HF 缓存或本地模型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88036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回退 OpenAI Whisper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原生实现，作为兜底引擎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47472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注入热词 initial_prompt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 250+ 桌面快捷方式名注入引导词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06908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设置解码参数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beam=3, temp=0.0, rep_penalty=1.1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识别流程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92040" y="169164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输入预处理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float32 归一化 + 能量检查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28600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VAD 过滤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Silero VAD 跳过静音段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288036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束搜索解码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beam_size=3, 3候选取最优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47472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474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繁简转换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内置映射表 繁体→简体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06908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幻觉过滤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重复/无动词/过短/过长检测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音频预处理 &amp; 指令解析 · 实现逻辑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5步预处理流水线 + 6层指令解析降级策略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音频预处理流水线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PCM采集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16kHz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float32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67712" y="160020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Silero VAD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59152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576样本/帧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概率≥0.45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39312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95344" y="160020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峰值归一化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86784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线性缩放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目标0.7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66944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22976" y="160020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噪声门控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14416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RMS&lt;5%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帧静零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94576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50608" y="160020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预加重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42048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系数0.97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增强辅音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8412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指令解析 · 6层降级策略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3474720"/>
            <a:ext cx="502920" cy="228600"/>
          </a:xfrm>
          <a:prstGeom prst="roundRect">
            <a:avLst>
              <a:gd name="adj" fmla="val 16000"/>
            </a:avLst>
          </a:prstGeom>
          <a:solidFill>
            <a:srgbClr val="1A73E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474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Trie纠错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8872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Trie纠错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前缀树前向最大匹配 + 拼音编辑距离兜底（阈值: ≤3字距1, ≥4字距2）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3474720"/>
            <a:ext cx="502920" cy="228600"/>
          </a:xfrm>
          <a:prstGeom prst="roundRect">
            <a:avLst>
              <a:gd name="adj" fmla="val 16000"/>
            </a:avLst>
          </a:prstGeom>
          <a:solidFill>
            <a:srgbClr val="1A73E8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474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精确匹配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3192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精确匹配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250+ 关键词→指令映射表，最长匹配优先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0760" y="3474720"/>
            <a:ext cx="502920" cy="228600"/>
          </a:xfrm>
          <a:prstGeom prst="roundRect">
            <a:avLst>
              <a:gd name="adj" fmla="val 16000"/>
            </a:avLst>
          </a:prstGeom>
          <a:solidFill>
            <a:srgbClr val="1A73E8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3474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正则模式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7512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正则模式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51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动词(打开/关闭/搜索)+应用名 正则提取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" y="4251960"/>
            <a:ext cx="502920" cy="228600"/>
          </a:xfrm>
          <a:prstGeom prst="roundRect">
            <a:avLst>
              <a:gd name="adj" fmla="val 16000"/>
            </a:avLst>
          </a:prstGeom>
          <a:solidFill>
            <a:srgbClr val="1A73E8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251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 滑动拼音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8872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滑动拼音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8872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拼音音节序列滑动窗口对齐，容许音节级误差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37560" y="4251960"/>
            <a:ext cx="502920" cy="228600"/>
          </a:xfrm>
          <a:prstGeom prst="roundRect">
            <a:avLst>
              <a:gd name="adj" fmla="val 16000"/>
            </a:avLst>
          </a:prstGeom>
          <a:solidFill>
            <a:srgbClr val="1A73E8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337560" y="4251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 NLU语义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93192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NLU语义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3192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BERT-base-chinese 26类意图分类，置信度≥0.5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80760" y="4251960"/>
            <a:ext cx="502920" cy="228600"/>
          </a:xfrm>
          <a:prstGeom prst="roundRect">
            <a:avLst>
              <a:gd name="adj" fmla="val 16000"/>
            </a:avLst>
          </a:prstGeom>
          <a:solidFill>
            <a:srgbClr val="1A73E8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080760" y="4251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 模糊兜底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7512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模糊兜底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7512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关键词模糊匹配 + 编辑距离 + 语义兜底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声纹识别 &amp; GUI 界面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ECAPA-TDNN 声纹闭环 + PyQt5 赛博朋克界面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声纹识别实现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注册流程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用户输入用户名 → 检查是否已注册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动态采样器生成 3 段提示词（3-5s）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逐段录音 → Silero VAD 提取有效语音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ECAPA-TDNN 提取 192 维嵌入向量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3 段嵌入取平均 → 存入 speakers.json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验证流程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 3s → VAD 提取 → ECAPA-TDNN 嵌入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 ≥ 0.5 判定通过 → 后续指令绑定用户身份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界面设计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登录界面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无边框窗口 + 流体背景 + 毛玻璃卡片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脉冲呼吸球声纹动画效果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声纹验证/注册/跳过 三入口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主功能界面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三栏布局：控制面板 + 日志 + 信息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实时音频波形可视化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快捷指令按钮 + 身份管理板块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状态指示灯 (idle/listening/processing)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从本地助手到系统级智能语音平台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6916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98448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1A73E8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98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架构升级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后台常驻监听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最小化到系统托盘，全局热键唤醒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后台持续监听语音，无需手动点击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"你好助手" 唤醒词检测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54864" cy="16916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298448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7C4D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98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应用内功能控制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语音控制第三方应用内部功能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如："微信发送消息给张三" "PPT翻到下一页"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UI Automation / Accessibility API 实现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54864" cy="1691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218688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2E7D32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18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上下文对话理解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支持多轮对话上下文记忆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"打开微信" → "给张三发消息" → "发送"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LLM 的意图消解与指代理解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16916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3218688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F57C00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18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 &amp; 流式识别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566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支持中英混合语音输入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 ASR 实现边说边识别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延迟降至 200ms 以内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1A73E8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274320"/>
            <a:ext cx="1828800" cy="1828800"/>
          </a:xfrm>
          <a:prstGeom prst="ellipse">
            <a:avLst/>
          </a:prstGeom>
          <a:solidFill>
            <a:srgbClr val="7C4D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192024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Faster-Whisper 双引擎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beam 束搜索 + 热词引导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拼音 Trie 纠错兜底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371600"/>
            <a:ext cx="1920240" cy="457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声纹验证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ECAPA-TDNN 深度学习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192维嵌入 + 余弦相似度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注册/验证/删除闭环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19202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智能控制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6层指令解析策略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250+ 应用白名单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多指令拆分执行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371600"/>
            <a:ext cx="192024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现代UI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PyQt5 无边框窗口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毛玻璃 + 流体背景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脉冲呼吸球动画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语音识别助手 · 让语音控制更自然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语音识别助手 - 项目汇报</dc:title>
  <dc:subject>PptxGenJS Presentation</dc:subject>
  <dc:creator>Halley</dc:creator>
  <cp:lastModifiedBy>Halley</cp:lastModifiedBy>
  <cp:revision>1</cp:revision>
  <dcterms:created xsi:type="dcterms:W3CDTF">2026-06-11T12:54:25Z</dcterms:created>
  <dcterms:modified xsi:type="dcterms:W3CDTF">2026-06-11T12:54:25Z</dcterms:modified>
</cp:coreProperties>
</file>