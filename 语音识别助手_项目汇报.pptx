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731520"/>
            <a:ext cx="3200400" cy="3200400"/>
          </a:xfrm>
          <a:prstGeom prst="ellipse">
            <a:avLst/>
          </a:prstGeom>
          <a:solidFill>
            <a:srgbClr val="1A73E8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1371600"/>
            <a:ext cx="2011680" cy="2011680"/>
          </a:xfrm>
          <a:prstGeom prst="ellipse">
            <a:avLst/>
          </a:prstGeom>
          <a:solidFill>
            <a:srgbClr val="7C4DF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3716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语音识别助手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1A73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Recognition Assistant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880360"/>
            <a:ext cx="182880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Faster-Whisper + ECAPA-TDNN 的智能语音控制系统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系统综合实践项目汇报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我们做了什么？怎么做的？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简单来说，我们想做的事情是：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让用户对着麦克风说一句话，电脑就能听懂并执行。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比如说“打开微信”，系统就会自动帮你打开；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说“音量调大”，就会自动调节音量；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甚至可以一句话里包含多条指令，比如：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“打开微信，打开记事本，截图”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系统会把它拆分成三条指令逐一执行。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技术栈一览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0" y="1828800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E3F2FD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Faster-Whisper，支持 GPU 加速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0" y="2286000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EDE7F6"/>
          </a:solidFill>
          <a:ln/>
        </p:spPr>
      </p:sp>
      <p:sp>
        <p:nvSpPr>
          <p:cNvPr id="15" name="Text 13"/>
          <p:cNvSpPr/>
          <p:nvPr/>
        </p:nvSpPr>
        <p:spPr>
          <a:xfrm>
            <a:off x="5166360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声纹识别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ECAPA-TDNN，深度学习声纹模型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0" y="2743200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E8F5E9"/>
          </a:solidFill>
          <a:ln/>
        </p:spPr>
      </p:sp>
      <p:sp>
        <p:nvSpPr>
          <p:cNvPr id="18" name="Text 16"/>
          <p:cNvSpPr/>
          <p:nvPr/>
        </p:nvSpPr>
        <p:spPr>
          <a:xfrm>
            <a:off x="5166360" y="2743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音频处理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Silero VAD 神经网络语音检测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0" y="3200400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FFF3E0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3200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指令解析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3200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拼音纠错 + 多层降级策略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0" y="3657600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5166360" y="36576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界面框架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55080" y="3657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PyQt5，赛博朋克风格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0" y="4114800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E8F5E9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语音合成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508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pyttsx3，支持 TTS 播报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 · 逻辑路线图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从你说话到电脑执行，中间经历了什么？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4300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43000"/>
            <a:ext cx="1417320" cy="4572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麦克风采集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1271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录下你的声音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16kHz 采样率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87452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73E8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48840" y="114300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148840" y="1143000"/>
            <a:ext cx="1417320" cy="45720"/>
          </a:xfrm>
          <a:prstGeom prst="rect">
            <a:avLst/>
          </a:prstGeom>
          <a:solidFill>
            <a:srgbClr val="5C6BC0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1280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6B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音频预处理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21992" y="1645920"/>
            <a:ext cx="1271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去噪、提取有用的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语音片段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6616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73E8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40480" y="114300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40480" y="1143000"/>
            <a:ext cx="1417320" cy="457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8" name="Text 16"/>
          <p:cNvSpPr/>
          <p:nvPr/>
        </p:nvSpPr>
        <p:spPr>
          <a:xfrm>
            <a:off x="3840480" y="1280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913632" y="1645920"/>
            <a:ext cx="1271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Whisper 模型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听懂你说的话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25780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73E8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532120" y="114300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532120" y="1143000"/>
            <a:ext cx="1417320" cy="457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1280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指令解析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05272" y="1645920"/>
            <a:ext cx="1271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理解你的意图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找到对应操作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94944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73E8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223760" y="114300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223760" y="1143000"/>
            <a:ext cx="1417320" cy="4572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28" name="Text 26"/>
          <p:cNvSpPr/>
          <p:nvPr/>
        </p:nvSpPr>
        <p:spPr>
          <a:xfrm>
            <a:off x="7223760" y="1280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7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系统执行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296912" y="1645920"/>
            <a:ext cx="1271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真正去操作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你的电脑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2461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3246120"/>
            <a:ext cx="54864" cy="914400"/>
          </a:xfrm>
          <a:prstGeom prst="rect">
            <a:avLst/>
          </a:prstGeom>
          <a:solidFill>
            <a:srgbClr val="7C4D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声纹验证层（可选）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如果用户开启了声纹验证，系统会先确认“你是谁”，然后才执行指令。可以理解为给语音控制加了一把锁。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7200" y="43891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4389120"/>
            <a:ext cx="54864" cy="54864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434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多指令拆分引擎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6634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一句话里包含多条指令也没问题，系统会自动拆分成多条逐一执行，每条结果单独返回。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语音识别引擎 · 实现逻辑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我们是怎么让电脑“听懂”人说话的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43000"/>
            <a:ext cx="41148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引擎加载流程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" y="169164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916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检测 GPU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94560" y="1691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NVIDIA 显卡就用 GPU 加速，没有就用 CPU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228600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860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加载 Whisper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2860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优先用 CTranslate2 量化版本，速度更快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288036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880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备用方案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28803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如果加载失败，自动切换到原版 Whisper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347472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注入热词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94560" y="3474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扫描桌面快捷方式，把应用名告诉模型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406908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设置参数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194560" y="4069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束搜索宽度=3，平衡准确率和速度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43000"/>
            <a:ext cx="41148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9204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识别流程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92040" y="169164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691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检查音频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16916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音频太短或太小声直接跳过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92040" y="228600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2286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VAD 过滤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用神经网络找出“人在说话”的部分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92040" y="288036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28803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束搜索解码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880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同时考虑 3 个候选答案，选最好的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92040" y="347472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474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繁简转换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0" y="3474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自动把繁体字转成简体字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892040" y="406908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4069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幻觉过滤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069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过滤掉重复的、无意义的识别结果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音频预处理 &amp; 指令解析 · 实现逻辑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怎么让音频更清晰？怎么让指令解析更准确？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43000"/>
            <a:ext cx="8412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音频预处理流水线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600200"/>
            <a:ext cx="137160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录音采集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麦克风录下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原始音频数据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1168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73E8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67712" y="1600200"/>
            <a:ext cx="137160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19050">
            <a:solidFill>
              <a:srgbClr val="5C6B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6B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神经网络 VAD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59152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AI 找出人在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说话的片段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39312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73E8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95344" y="1600200"/>
            <a:ext cx="137160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95344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音量归一化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86784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把声音调到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统一大小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266944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73E8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522976" y="1600200"/>
            <a:ext cx="137160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22976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噪声门控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14416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没用的背景噪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直接清零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894576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73E8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150608" y="1600200"/>
            <a:ext cx="137160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19050">
            <a:solidFill>
              <a:srgbClr val="F57C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50608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7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高频增强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242048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强化辅音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让字含清楚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3017520"/>
            <a:ext cx="84124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" y="3063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指令解析 · 6 层降级策略（就像连环话，一层不行就试下一层）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" y="3474720"/>
            <a:ext cx="502920" cy="228600"/>
          </a:xfrm>
          <a:prstGeom prst="roundRect">
            <a:avLst>
              <a:gd name="adj" fmla="val 16000"/>
            </a:avLst>
          </a:prstGeom>
          <a:solidFill>
            <a:srgbClr val="1A73E8">
              <a:alpha val="15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4747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 拼音纠错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88720" y="3474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拼音纠错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3703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先帮 Whisper 纠正听错的字，比如“网易林”纠成“网易云”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337560" y="3474720"/>
            <a:ext cx="502920" cy="228600"/>
          </a:xfrm>
          <a:prstGeom prst="roundRect">
            <a:avLst>
              <a:gd name="adj" fmla="val 16000"/>
            </a:avLst>
          </a:prstGeom>
          <a:solidFill>
            <a:srgbClr val="1A73E8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3337560" y="34747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 精确匹配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931920" y="3474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703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直接在 250+ 关键词里找，找到就执行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80760" y="3474720"/>
            <a:ext cx="502920" cy="228600"/>
          </a:xfrm>
          <a:prstGeom prst="roundRect">
            <a:avLst>
              <a:gd name="adj" fmla="val 16000"/>
            </a:avLst>
          </a:prstGeom>
          <a:solidFill>
            <a:srgbClr val="1A73E8">
              <a:alpha val="1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080760" y="34747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 模式匹配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675120" y="3474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675120" y="3703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识别“打开 XXX”这种固定句式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94360" y="4251960"/>
            <a:ext cx="502920" cy="228600"/>
          </a:xfrm>
          <a:prstGeom prst="roundRect">
            <a:avLst>
              <a:gd name="adj" fmla="val 16000"/>
            </a:avLst>
          </a:prstGeom>
          <a:solidFill>
            <a:srgbClr val="1A73E8">
              <a:alpha val="15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" y="42519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 拼音滑动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8872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拼音滑动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88720" y="4480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把听到的拼音和应用名拼音对比匹配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337560" y="4251960"/>
            <a:ext cx="502920" cy="228600"/>
          </a:xfrm>
          <a:prstGeom prst="roundRect">
            <a:avLst>
              <a:gd name="adj" fmla="val 16000"/>
            </a:avLst>
          </a:prstGeom>
          <a:solidFill>
            <a:srgbClr val="1A73E8">
              <a:alpha val="15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3337560" y="42519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 语义理解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393192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语义理解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480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BERT 模型理解你的意图，即使表达不同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80760" y="4251960"/>
            <a:ext cx="502920" cy="228600"/>
          </a:xfrm>
          <a:prstGeom prst="roundRect">
            <a:avLst>
              <a:gd name="adj" fmla="val 16000"/>
            </a:avLst>
          </a:prstGeom>
          <a:solidFill>
            <a:srgbClr val="1A73E8">
              <a:alpha val="15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6080760" y="42519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L6 模糊兑底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7512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模糊兑底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675120" y="4480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实在解析不出来，就用模糊匹配试一下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声纹识别 &amp; GUI 界面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怎么知道“你是谁”？界面长什么样？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43000"/>
            <a:ext cx="41148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声纹识别实现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注册流程（告诉电脑你是谁）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用户输入名字，比如“Halley”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系统给你 3 段提示词让你朗读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每读一段，系统录下你的声音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用 AI 模型提取声纹特征向量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3 段取平均值，存入数据库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436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验证流程（确认是不是你）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840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 3 秒声音 → 提取声纹 → 跟注册时存的对比 → 相似度≥0.5 就算验证通过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1143000"/>
            <a:ext cx="41148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GUI 界面设计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1600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登录界面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1874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无边框窗口 + 流体背景 + 毛玻璃效果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9204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声纹验证/注册/跳过三个入口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9204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脉冲呼吸球动画效果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92040" y="2834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主功能界面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3108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三栏布局：控制面板 + 日志 + 系统信息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9204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实时音频波形可视化，看得见声音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92040" y="3657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状态灯告诉你系统在干什么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92040" y="3931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快捷按钮 + 身份管理板块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未来展望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还能做得更好！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54864" cy="169164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98448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1A73E8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98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架构升级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4592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后台常驻监听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像微信一样挂在后台，说一句“你好助手”就能唤醒。不用手动点按钮，随时随地语音控制。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188720"/>
            <a:ext cx="54864" cy="1691640"/>
          </a:xfrm>
          <a:prstGeom prst="rect">
            <a:avLst/>
          </a:prstGeom>
          <a:solidFill>
            <a:srgbClr val="7C4DFF"/>
          </a:solidFill>
          <a:ln/>
        </p:spPr>
      </p:sp>
      <p:sp>
        <p:nvSpPr>
          <p:cNvPr id="14" name="Shape 12"/>
          <p:cNvSpPr/>
          <p:nvPr/>
        </p:nvSpPr>
        <p:spPr>
          <a:xfrm>
            <a:off x="4937760" y="1298448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7C4DFF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298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功能扩展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控制其他应用内部功能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不只是打开关闭，还能控制应用里面的功能。比如“微信发消息给张三”“PPT翻到下一页”。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108960"/>
            <a:ext cx="54864" cy="1691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218688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2E7D32">
              <a:alpha val="1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186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智能化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459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上下文对话理解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5661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能记住你之前说的话。比如“打开微信”→“给张三发消息”→“发送”，像跟人对话一样。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1089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108960"/>
            <a:ext cx="54864" cy="169164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26" name="Shape 24"/>
          <p:cNvSpPr/>
          <p:nvPr/>
        </p:nvSpPr>
        <p:spPr>
          <a:xfrm>
            <a:off x="4937760" y="3218688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F57C00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186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7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体验优化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7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多语言 &amp; 流式识别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37760" y="35661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支持中英混合输入，边说边识别，响应延迟降到 200ms 以内。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1828800" cy="1828800"/>
          </a:xfrm>
          <a:prstGeom prst="ellipse">
            <a:avLst/>
          </a:prstGeom>
          <a:solidFill>
            <a:srgbClr val="1A73E8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274320"/>
            <a:ext cx="1828800" cy="1828800"/>
          </a:xfrm>
          <a:prstGeom prst="ellipse">
            <a:avLst/>
          </a:prstGeom>
          <a:solidFill>
            <a:srgbClr val="7C4D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1920240" cy="457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08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双引擎架构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束搜索 + 热词引导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拼音纠错兑底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3716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51760" y="1371600"/>
            <a:ext cx="1920240" cy="45720"/>
          </a:xfrm>
          <a:prstGeom prst="rect">
            <a:avLst/>
          </a:prstGeom>
          <a:solidFill>
            <a:srgbClr val="7C4DFF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508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声纹验证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192024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声纹模型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192维特征向量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注册/验证/删除闭环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371600"/>
            <a:ext cx="1920240" cy="457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508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智能控制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192024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层解析策略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250+ 应用白名单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多指令拆分执行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13716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0" y="1371600"/>
            <a:ext cx="1920240" cy="4572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1508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7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 UI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192024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无边框窗口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毛玻璃 + 流体背景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4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动态效果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7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14400" y="4343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语音识别助手 · 让语音控制更自然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语音识别助手 - 项目汇报</dc:title>
  <dc:subject>PptxGenJS Presentation</dc:subject>
  <dc:creator>Halley</dc:creator>
  <cp:lastModifiedBy>Halley</cp:lastModifiedBy>
  <cp:revision>1</cp:revision>
  <dcterms:created xsi:type="dcterms:W3CDTF">2026-06-11T13:12:24Z</dcterms:created>
  <dcterms:modified xsi:type="dcterms:W3CDTF">2026-06-11T13:12:24Z</dcterms:modified>
</cp:coreProperties>
</file>